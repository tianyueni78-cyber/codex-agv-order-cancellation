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-86" y="-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22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57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7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5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765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88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0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557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198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723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37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4E834-0167-43CC-85CA-ED5AD5552C63}" type="datetimeFigureOut">
              <a:rPr lang="zh-CN" altLang="en-US" smtClean="0"/>
              <a:t>2023/7/21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63A1A-33B1-4C2B-8969-A3A7B42B5B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40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83542" y="1430776"/>
            <a:ext cx="651753" cy="5155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01788" y="1459681"/>
            <a:ext cx="633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装</a:t>
            </a:r>
            <a:r>
              <a:rPr lang="en-US" altLang="zh-CN" sz="14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卸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电</a:t>
            </a:r>
            <a:endParaRPr lang="zh-CN" altLang="en-US" sz="1400" baseline="-25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92495" y="1430776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84974" y="150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401448" y="1430776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93927" y="150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10401" y="1430776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602880" y="150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83542" y="2413269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276021" y="248638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92495" y="2413269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384974" y="248638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401448" y="2413269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93927" y="248638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10401" y="2413269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602880" y="248638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183542" y="3395762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276021" y="346887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292495" y="3395762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384974" y="346887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401448" y="3395762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493927" y="346887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510401" y="3395762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7602880" y="346887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183542" y="4378255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276021" y="445137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292495" y="4378255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5384974" y="445137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401448" y="4378255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493927" y="445137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510401" y="4378255"/>
            <a:ext cx="651753" cy="515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602880" y="445137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接连接符 36"/>
          <p:cNvCxnSpPr/>
          <p:nvPr/>
        </p:nvCxnSpPr>
        <p:spPr>
          <a:xfrm flipH="1" flipV="1">
            <a:off x="4835294" y="1155078"/>
            <a:ext cx="1" cy="6255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 flipV="1">
            <a:off x="5292494" y="1155078"/>
            <a:ext cx="1" cy="6255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4835294" y="1240536"/>
            <a:ext cx="457200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4824085" y="87120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1m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rot="16200000" flipH="1" flipV="1">
            <a:off x="4205773" y="2100500"/>
            <a:ext cx="1" cy="6255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rot="16200000" flipH="1" flipV="1">
            <a:off x="4205773" y="1633575"/>
            <a:ext cx="1" cy="6255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rot="16200000">
            <a:off x="3818797" y="2174941"/>
            <a:ext cx="457200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 rot="16200000">
            <a:off x="3653197" y="198879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1m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4183541" y="1430769"/>
            <a:ext cx="4693759" cy="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4183541" y="1430769"/>
            <a:ext cx="1" cy="39299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430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terms:created xsi:type="dcterms:W3CDTF">2023-07-21T00:22:16Z</dcterms:created>
  <dcterms:modified xsi:type="dcterms:W3CDTF">2023-07-21T00:31:18Z</dcterms:modified>
</cp:coreProperties>
</file>